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0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63C04-13C9-405B-AABD-E9C45867DC4A}" type="datetimeFigureOut">
              <a:rPr lang="ko-KR" altLang="en-US" smtClean="0"/>
              <a:t>2026-02-06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78962-266A-4E66-97C5-98E908ACFB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01685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63C04-13C9-405B-AABD-E9C45867DC4A}" type="datetimeFigureOut">
              <a:rPr lang="ko-KR" altLang="en-US" smtClean="0"/>
              <a:t>2026-02-06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78962-266A-4E66-97C5-98E908ACFB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42851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63C04-13C9-405B-AABD-E9C45867DC4A}" type="datetimeFigureOut">
              <a:rPr lang="ko-KR" altLang="en-US" smtClean="0"/>
              <a:t>2026-02-06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78962-266A-4E66-97C5-98E908ACFB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07787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63C04-13C9-405B-AABD-E9C45867DC4A}" type="datetimeFigureOut">
              <a:rPr lang="ko-KR" altLang="en-US" smtClean="0"/>
              <a:t>2026-02-06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78962-266A-4E66-97C5-98E908ACFB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21622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63C04-13C9-405B-AABD-E9C45867DC4A}" type="datetimeFigureOut">
              <a:rPr lang="ko-KR" altLang="en-US" smtClean="0"/>
              <a:t>2026-02-06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78962-266A-4E66-97C5-98E908ACFB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86980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63C04-13C9-405B-AABD-E9C45867DC4A}" type="datetimeFigureOut">
              <a:rPr lang="ko-KR" altLang="en-US" smtClean="0"/>
              <a:t>2026-02-06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78962-266A-4E66-97C5-98E908ACFB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52392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63C04-13C9-405B-AABD-E9C45867DC4A}" type="datetimeFigureOut">
              <a:rPr lang="ko-KR" altLang="en-US" smtClean="0"/>
              <a:t>2026-02-06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78962-266A-4E66-97C5-98E908ACFB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03529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63C04-13C9-405B-AABD-E9C45867DC4A}" type="datetimeFigureOut">
              <a:rPr lang="ko-KR" altLang="en-US" smtClean="0"/>
              <a:t>2026-02-06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78962-266A-4E66-97C5-98E908ACFB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4968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63C04-13C9-405B-AABD-E9C45867DC4A}" type="datetimeFigureOut">
              <a:rPr lang="ko-KR" altLang="en-US" smtClean="0"/>
              <a:t>2026-02-06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78962-266A-4E66-97C5-98E908ACFB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77817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63C04-13C9-405B-AABD-E9C45867DC4A}" type="datetimeFigureOut">
              <a:rPr lang="ko-KR" altLang="en-US" smtClean="0"/>
              <a:t>2026-02-06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78962-266A-4E66-97C5-98E908ACFB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83756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63C04-13C9-405B-AABD-E9C45867DC4A}" type="datetimeFigureOut">
              <a:rPr lang="ko-KR" altLang="en-US" smtClean="0"/>
              <a:t>2026-02-06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78962-266A-4E66-97C5-98E908ACFB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26996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063C04-13C9-405B-AABD-E9C45867DC4A}" type="datetimeFigureOut">
              <a:rPr lang="ko-KR" altLang="en-US" smtClean="0"/>
              <a:t>2026-02-06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478962-266A-4E66-97C5-98E908ACFB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86270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551" y="122332"/>
            <a:ext cx="7525800" cy="6496957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537551" y="947651"/>
            <a:ext cx="3352805" cy="665018"/>
          </a:xfrm>
          <a:prstGeom prst="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46287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548" y="-66831"/>
            <a:ext cx="10313786" cy="5538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52238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34" y="388975"/>
            <a:ext cx="10011306" cy="4849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01024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631552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79597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875537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103762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39741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925814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0</Words>
  <Application>Microsoft Office PowerPoint</Application>
  <PresentationFormat>와이드스크린</PresentationFormat>
  <Paragraphs>0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2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DW-203</dc:creator>
  <cp:lastModifiedBy>DW-203</cp:lastModifiedBy>
  <cp:revision>2</cp:revision>
  <dcterms:created xsi:type="dcterms:W3CDTF">2026-02-06T08:07:41Z</dcterms:created>
  <dcterms:modified xsi:type="dcterms:W3CDTF">2026-02-06T08:29:00Z</dcterms:modified>
</cp:coreProperties>
</file>