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55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92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611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64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4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00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883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75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081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92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36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003F6-402C-4E40-8259-438C74E55596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32E42-8517-4A09-94FA-E378520116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03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87" y="330403"/>
            <a:ext cx="8571519" cy="430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64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2</cp:revision>
  <dcterms:created xsi:type="dcterms:W3CDTF">2026-02-09T01:49:23Z</dcterms:created>
  <dcterms:modified xsi:type="dcterms:W3CDTF">2026-02-09T07:35:28Z</dcterms:modified>
</cp:coreProperties>
</file>