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0" r:id="rId10"/>
    <p:sldId id="268" r:id="rId11"/>
    <p:sldId id="270" r:id="rId12"/>
    <p:sldId id="269" r:id="rId13"/>
    <p:sldId id="267" r:id="rId14"/>
    <p:sldId id="266" r:id="rId15"/>
    <p:sldId id="265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0168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285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0778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1622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86980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239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352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4968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78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83756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269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063C04-13C9-405B-AABD-E9C45867DC4A}" type="datetimeFigureOut">
              <a:rPr lang="ko-KR" altLang="en-US" smtClean="0"/>
              <a:t>2026-02-09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478962-266A-4E66-97C5-98E908ACFBE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8627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51" y="122332"/>
            <a:ext cx="7525800" cy="6496957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37551" y="947651"/>
            <a:ext cx="3352805" cy="66501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4628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48" y="-66831"/>
            <a:ext cx="10313786" cy="5538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23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34" y="388975"/>
            <a:ext cx="10011306" cy="484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0102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045" y="435079"/>
            <a:ext cx="4574213" cy="29287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1045" y="65747"/>
            <a:ext cx="1051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 smtClean="0">
                <a:solidFill>
                  <a:srgbClr val="FF0000"/>
                </a:solidFill>
              </a:rPr>
              <a:t>Git</a:t>
            </a:r>
            <a:r>
              <a:rPr lang="en-US" altLang="ko-KR" dirty="0" smtClean="0">
                <a:solidFill>
                  <a:srgbClr val="FF0000"/>
                </a:solidFill>
              </a:rPr>
              <a:t> Bash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4441" y="442952"/>
            <a:ext cx="4574213" cy="2913010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5604441" y="1899457"/>
            <a:ext cx="2317587" cy="694114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7365601" y="1530125"/>
            <a:ext cx="3158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Ls: </a:t>
            </a:r>
            <a:r>
              <a:rPr lang="ko-KR" altLang="en-US" dirty="0" smtClean="0">
                <a:solidFill>
                  <a:srgbClr val="FF0000"/>
                </a:solidFill>
              </a:rPr>
              <a:t>현재 경로 내 폴더 표시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4652" y="3547155"/>
            <a:ext cx="5761155" cy="310519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0900" y="3547155"/>
            <a:ext cx="4574213" cy="294450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028688" y="5746110"/>
            <a:ext cx="21820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※ Ctrl V </a:t>
            </a:r>
            <a:r>
              <a:rPr lang="ko-KR" altLang="en-US" dirty="0" err="1" smtClean="0">
                <a:solidFill>
                  <a:srgbClr val="FF0000"/>
                </a:solidFill>
              </a:rPr>
              <a:t>복붙안됨</a:t>
            </a:r>
            <a:r>
              <a:rPr lang="en-US" altLang="ko-KR" dirty="0" smtClean="0">
                <a:solidFill>
                  <a:srgbClr val="FF0000"/>
                </a:solidFill>
              </a:rPr>
              <a:t>!!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3155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278" y="531336"/>
            <a:ext cx="5477639" cy="353426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90278" y="2140525"/>
            <a:ext cx="4714478" cy="159188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7665" y="570380"/>
            <a:ext cx="5509354" cy="345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959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9" y="414957"/>
            <a:ext cx="5515745" cy="3534268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12789" y="3138732"/>
            <a:ext cx="3736004" cy="810493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7553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26" y="410679"/>
            <a:ext cx="8488236" cy="4368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376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359" y="510230"/>
            <a:ext cx="8412686" cy="407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741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5215" y="63463"/>
            <a:ext cx="31583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Branch </a:t>
            </a:r>
            <a:r>
              <a:rPr lang="ko-KR" altLang="en-US" dirty="0" smtClean="0">
                <a:solidFill>
                  <a:srgbClr val="FF0000"/>
                </a:solidFill>
              </a:rPr>
              <a:t>이동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및 </a:t>
            </a:r>
            <a:r>
              <a:rPr lang="en-US" altLang="ko-KR" dirty="0" smtClean="0">
                <a:solidFill>
                  <a:srgbClr val="FF0000"/>
                </a:solidFill>
              </a:rPr>
              <a:t>Branch </a:t>
            </a:r>
            <a:r>
              <a:rPr lang="ko-KR" altLang="en-US" dirty="0" smtClean="0">
                <a:solidFill>
                  <a:srgbClr val="FF0000"/>
                </a:solidFill>
              </a:rPr>
              <a:t>파일  </a:t>
            </a:r>
            <a:r>
              <a:rPr lang="en-US" altLang="ko-KR" dirty="0" smtClean="0">
                <a:solidFill>
                  <a:srgbClr val="FF0000"/>
                </a:solidFill>
              </a:rPr>
              <a:t>PC</a:t>
            </a:r>
            <a:r>
              <a:rPr lang="ko-KR" altLang="en-US" dirty="0" smtClean="0">
                <a:solidFill>
                  <a:srgbClr val="FF0000"/>
                </a:solidFill>
              </a:rPr>
              <a:t>로 </a:t>
            </a:r>
            <a:r>
              <a:rPr lang="ko-KR" altLang="en-US" dirty="0" err="1" smtClean="0">
                <a:solidFill>
                  <a:srgbClr val="FF0000"/>
                </a:solidFill>
              </a:rPr>
              <a:t>내려받기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en-US" altLang="ko-KR" dirty="0" smtClean="0">
                <a:solidFill>
                  <a:srgbClr val="FF0000"/>
                </a:solidFill>
              </a:rPr>
              <a:t>(※ </a:t>
            </a:r>
            <a:r>
              <a:rPr lang="ko-KR" altLang="en-US" dirty="0" smtClean="0">
                <a:solidFill>
                  <a:srgbClr val="FF0000"/>
                </a:solidFill>
              </a:rPr>
              <a:t>새 기능 만들기 전 필수</a:t>
            </a:r>
            <a:r>
              <a:rPr lang="en-US" altLang="ko-KR" dirty="0" smtClean="0">
                <a:solidFill>
                  <a:srgbClr val="FF0000"/>
                </a:solidFill>
              </a:rPr>
              <a:t>!)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98" y="875958"/>
            <a:ext cx="10683855" cy="4853932"/>
          </a:xfrm>
          <a:prstGeom prst="rect">
            <a:avLst/>
          </a:prstGeom>
        </p:spPr>
      </p:pic>
      <p:sp>
        <p:nvSpPr>
          <p:cNvPr id="5" name="직사각형 4"/>
          <p:cNvSpPr/>
          <p:nvPr/>
        </p:nvSpPr>
        <p:spPr>
          <a:xfrm>
            <a:off x="288098" y="2709949"/>
            <a:ext cx="1174942" cy="108066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4688300" y="2521527"/>
            <a:ext cx="3907059" cy="11360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>
            <a:endCxn id="6" idx="1"/>
          </p:cNvCxnSpPr>
          <p:nvPr/>
        </p:nvCxnSpPr>
        <p:spPr>
          <a:xfrm flipV="1">
            <a:off x="1463040" y="2578331"/>
            <a:ext cx="3225260" cy="13161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/>
          <p:cNvSpPr/>
          <p:nvPr/>
        </p:nvSpPr>
        <p:spPr>
          <a:xfrm>
            <a:off x="288098" y="1241367"/>
            <a:ext cx="925560" cy="12192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288097" y="1705852"/>
            <a:ext cx="1025313" cy="10059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5814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9531"/>
            <a:ext cx="8352123" cy="6098469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4087315" y="983921"/>
            <a:ext cx="3161684" cy="889211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/>
          <p:cNvSpPr/>
          <p:nvPr/>
        </p:nvSpPr>
        <p:spPr>
          <a:xfrm>
            <a:off x="123686" y="2904279"/>
            <a:ext cx="1098285" cy="21287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125215" y="63463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새롭게 만든 </a:t>
            </a:r>
            <a:r>
              <a:rPr lang="en-US" altLang="ko-KR" dirty="0" smtClean="0">
                <a:solidFill>
                  <a:srgbClr val="FF0000"/>
                </a:solidFill>
              </a:rPr>
              <a:t>Branch</a:t>
            </a:r>
            <a:r>
              <a:rPr lang="ko-KR" altLang="en-US" dirty="0" smtClean="0">
                <a:solidFill>
                  <a:srgbClr val="FF0000"/>
                </a:solidFill>
              </a:rPr>
              <a:t>에 새 파일 추가한 화면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2218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923" y="1162679"/>
            <a:ext cx="9351725" cy="448276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720" y="379346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Pull requests </a:t>
            </a:r>
            <a:r>
              <a:rPr lang="ko-KR" altLang="en-US" dirty="0" smtClean="0">
                <a:solidFill>
                  <a:srgbClr val="FF0000"/>
                </a:solidFill>
              </a:rPr>
              <a:t>전</a:t>
            </a:r>
            <a:r>
              <a:rPr lang="en-US" altLang="ko-KR" dirty="0" smtClean="0">
                <a:solidFill>
                  <a:srgbClr val="FF0000"/>
                </a:solidFill>
              </a:rPr>
              <a:t>, </a:t>
            </a:r>
            <a:r>
              <a:rPr lang="ko-KR" altLang="en-US" dirty="0" smtClean="0">
                <a:solidFill>
                  <a:srgbClr val="FF0000"/>
                </a:solidFill>
              </a:rPr>
              <a:t>내가 작업하던 </a:t>
            </a:r>
            <a:r>
              <a:rPr lang="en-US" altLang="ko-KR" dirty="0" smtClean="0">
                <a:solidFill>
                  <a:srgbClr val="FF0000"/>
                </a:solidFill>
              </a:rPr>
              <a:t>Branch</a:t>
            </a:r>
            <a:r>
              <a:rPr lang="ko-KR" altLang="en-US" dirty="0" smtClean="0">
                <a:solidFill>
                  <a:srgbClr val="FF0000"/>
                </a:solidFill>
              </a:rPr>
              <a:t>인지 꼭 확인</a:t>
            </a:r>
            <a:r>
              <a:rPr lang="en-US" altLang="ko-KR" dirty="0" smtClean="0">
                <a:solidFill>
                  <a:srgbClr val="FF0000"/>
                </a:solidFill>
              </a:rPr>
              <a:t>!!!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060552" y="2363951"/>
            <a:ext cx="1098285" cy="212870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1616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81" y="0"/>
            <a:ext cx="6581895" cy="29898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895" y="3055891"/>
            <a:ext cx="6700195" cy="3506041"/>
          </a:xfrm>
          <a:prstGeom prst="rect">
            <a:avLst/>
          </a:prstGeom>
        </p:spPr>
      </p:pic>
      <p:sp>
        <p:nvSpPr>
          <p:cNvPr id="4" name="직사각형 3"/>
          <p:cNvSpPr/>
          <p:nvPr/>
        </p:nvSpPr>
        <p:spPr>
          <a:xfrm>
            <a:off x="6000785" y="1008976"/>
            <a:ext cx="792591" cy="22961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/>
          <p:cNvSpPr/>
          <p:nvPr/>
        </p:nvSpPr>
        <p:spPr>
          <a:xfrm>
            <a:off x="5119635" y="3546118"/>
            <a:ext cx="1673741" cy="25279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0464719" y="3984933"/>
            <a:ext cx="923717" cy="237932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177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34" y="257695"/>
            <a:ext cx="6125307" cy="3915698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822851" y="3369791"/>
            <a:ext cx="998532" cy="163118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64273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42" y="726997"/>
            <a:ext cx="5678496" cy="4506232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1885985" y="3652422"/>
            <a:ext cx="1006843" cy="163119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/>
          <p:cNvSpPr txBox="1"/>
          <p:nvPr/>
        </p:nvSpPr>
        <p:spPr>
          <a:xfrm>
            <a:off x="596242" y="3733981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내용 확인 후 클릭</a:t>
            </a:r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5008" y="1958117"/>
            <a:ext cx="6385003" cy="30862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24198" y="168768"/>
            <a:ext cx="8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>
                <a:solidFill>
                  <a:srgbClr val="FF0000"/>
                </a:solidFill>
              </a:rPr>
              <a:t>Merge</a:t>
            </a:r>
            <a:r>
              <a:rPr lang="ko-KR" altLang="en-US" dirty="0" smtClean="0">
                <a:solidFill>
                  <a:srgbClr val="FF0000"/>
                </a:solidFill>
              </a:rPr>
              <a:t>는 팀장만</a:t>
            </a:r>
            <a:r>
              <a:rPr lang="en-US" altLang="ko-KR" dirty="0" smtClean="0">
                <a:solidFill>
                  <a:srgbClr val="FF0000"/>
                </a:solidFill>
              </a:rPr>
              <a:t>!!!!!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5144883" y="4652721"/>
            <a:ext cx="1023161" cy="243475"/>
          </a:xfrm>
          <a:prstGeom prst="rect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701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989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57</Words>
  <Application>Microsoft Office PowerPoint</Application>
  <PresentationFormat>와이드스크린</PresentationFormat>
  <Paragraphs>9</Paragraphs>
  <Slides>15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DW-203</dc:creator>
  <cp:lastModifiedBy>DW-203</cp:lastModifiedBy>
  <cp:revision>10</cp:revision>
  <dcterms:created xsi:type="dcterms:W3CDTF">2026-02-06T08:07:41Z</dcterms:created>
  <dcterms:modified xsi:type="dcterms:W3CDTF">2026-02-09T01:12:46Z</dcterms:modified>
</cp:coreProperties>
</file>