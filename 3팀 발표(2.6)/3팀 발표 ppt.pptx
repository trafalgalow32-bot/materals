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9" r:id="rId4"/>
    <p:sldId id="262" r:id="rId5"/>
    <p:sldId id="268" r:id="rId6"/>
    <p:sldId id="261" r:id="rId7"/>
    <p:sldId id="256" r:id="rId8"/>
    <p:sldId id="258" r:id="rId9"/>
    <p:sldId id="266" r:id="rId10"/>
    <p:sldId id="267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400" autoAdjust="0"/>
  </p:normalViewPr>
  <p:slideViewPr>
    <p:cSldViewPr snapToGrid="0">
      <p:cViewPr varScale="1">
        <p:scale>
          <a:sx n="103" d="100"/>
          <a:sy n="103" d="100"/>
        </p:scale>
        <p:origin x="138" y="336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7.xml"/><Relationship Id="rId1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488D-EA41-4D34-9966-7BF83FBB4D2C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7282-85DC-4B14-A0BF-E50EE3F83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29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488D-EA41-4D34-9966-7BF83FBB4D2C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7282-85DC-4B14-A0BF-E50EE3F83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051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488D-EA41-4D34-9966-7BF83FBB4D2C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7282-85DC-4B14-A0BF-E50EE3F83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583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488D-EA41-4D34-9966-7BF83FBB4D2C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7282-85DC-4B14-A0BF-E50EE3F83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947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488D-EA41-4D34-9966-7BF83FBB4D2C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7282-85DC-4B14-A0BF-E50EE3F83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761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488D-EA41-4D34-9966-7BF83FBB4D2C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7282-85DC-4B14-A0BF-E50EE3F83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329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488D-EA41-4D34-9966-7BF83FBB4D2C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7282-85DC-4B14-A0BF-E50EE3F83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606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488D-EA41-4D34-9966-7BF83FBB4D2C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7282-85DC-4B14-A0BF-E50EE3F83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162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488D-EA41-4D34-9966-7BF83FBB4D2C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7282-85DC-4B14-A0BF-E50EE3F83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48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488D-EA41-4D34-9966-7BF83FBB4D2C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7282-85DC-4B14-A0BF-E50EE3F83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354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488D-EA41-4D34-9966-7BF83FBB4D2C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7282-85DC-4B14-A0BF-E50EE3F83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942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6488D-EA41-4D34-9966-7BF83FBB4D2C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57282-85DC-4B14-A0BF-E50EE3F83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446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ko-KR" sz="6600" dirty="0" smtClean="0">
                <a:latin typeface="Stencil" panose="040409050D0802020404" pitchFamily="82" charset="0"/>
              </a:rPr>
              <a:t>3</a:t>
            </a:r>
            <a:r>
              <a:rPr lang="ko-KR" altLang="en-US" sz="6600" dirty="0" smtClean="0">
                <a:latin typeface="Stencil" panose="040409050D0802020404" pitchFamily="82" charset="0"/>
              </a:rPr>
              <a:t>팀 </a:t>
            </a:r>
            <a:r>
              <a:rPr lang="en-US" altLang="ko-KR" sz="6600" dirty="0" smtClean="0">
                <a:latin typeface="Stencil" panose="040409050D0802020404" pitchFamily="82" charset="0"/>
              </a:rPr>
              <a:t>– 4Byte</a:t>
            </a:r>
            <a:endParaRPr lang="ko-KR" altLang="en-US" sz="6600" dirty="0">
              <a:latin typeface="Stencil" panose="040409050D0802020404" pitchFamily="82" charset="0"/>
            </a:endParaRP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838200" y="1452401"/>
            <a:ext cx="10515600" cy="1859967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2000" dirty="0" smtClean="0">
                <a:solidFill>
                  <a:schemeClr val="accent5"/>
                </a:solidFill>
              </a:rPr>
              <a:t>웹 포트폴리오 사이트</a:t>
            </a:r>
            <a:endParaRPr lang="en-US" altLang="ko-KR" sz="2000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altLang="ko-KR" sz="2000" dirty="0" smtClean="0">
                <a:solidFill>
                  <a:schemeClr val="accent5"/>
                </a:solidFill>
              </a:rPr>
              <a:t> - </a:t>
            </a:r>
            <a:r>
              <a:rPr lang="en-US" altLang="ko-KR" sz="2000" dirty="0">
                <a:solidFill>
                  <a:schemeClr val="accent5"/>
                </a:solidFill>
              </a:rPr>
              <a:t>HTML</a:t>
            </a:r>
            <a:r>
              <a:rPr lang="ko-KR" altLang="en-US" sz="2000" dirty="0">
                <a:solidFill>
                  <a:schemeClr val="accent5"/>
                </a:solidFill>
              </a:rPr>
              <a:t>과 </a:t>
            </a:r>
            <a:r>
              <a:rPr lang="en-US" altLang="ko-KR" sz="2000" dirty="0">
                <a:solidFill>
                  <a:schemeClr val="accent5"/>
                </a:solidFill>
              </a:rPr>
              <a:t>CSS</a:t>
            </a:r>
            <a:r>
              <a:rPr lang="ko-KR" altLang="en-US" sz="2000" dirty="0">
                <a:solidFill>
                  <a:schemeClr val="accent5"/>
                </a:solidFill>
              </a:rPr>
              <a:t>를 </a:t>
            </a:r>
            <a:r>
              <a:rPr lang="ko-KR" altLang="en-US" sz="2000" dirty="0" smtClean="0">
                <a:solidFill>
                  <a:schemeClr val="accent5"/>
                </a:solidFill>
              </a:rPr>
              <a:t>활용</a:t>
            </a:r>
            <a:r>
              <a:rPr lang="ko-KR" altLang="en-US" sz="2000" dirty="0">
                <a:solidFill>
                  <a:schemeClr val="accent5"/>
                </a:solidFill>
              </a:rPr>
              <a:t>한</a:t>
            </a:r>
            <a:r>
              <a:rPr lang="ko-KR" altLang="en-US" sz="2000" dirty="0" smtClean="0">
                <a:solidFill>
                  <a:schemeClr val="accent5"/>
                </a:solidFill>
              </a:rPr>
              <a:t> </a:t>
            </a:r>
            <a:r>
              <a:rPr lang="ko-KR" altLang="en-US" sz="2000" dirty="0" err="1">
                <a:solidFill>
                  <a:schemeClr val="accent5"/>
                </a:solidFill>
              </a:rPr>
              <a:t>웹페이지</a:t>
            </a:r>
            <a:r>
              <a:rPr lang="ko-KR" altLang="en-US" sz="2000" dirty="0">
                <a:solidFill>
                  <a:schemeClr val="accent5"/>
                </a:solidFill>
              </a:rPr>
              <a:t> </a:t>
            </a:r>
            <a:r>
              <a:rPr lang="ko-KR" altLang="en-US" sz="2000" dirty="0" smtClean="0">
                <a:solidFill>
                  <a:schemeClr val="accent5"/>
                </a:solidFill>
              </a:rPr>
              <a:t>구현</a:t>
            </a:r>
            <a:endParaRPr lang="en-US" altLang="ko-KR" sz="2000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endParaRPr lang="en-US" altLang="ko-KR" dirty="0"/>
          </a:p>
          <a:p>
            <a:pPr marL="0" indent="0" algn="r">
              <a:buNone/>
            </a:pPr>
            <a:r>
              <a:rPr lang="ko-KR" altLang="en-US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팀원</a:t>
            </a:r>
            <a:r>
              <a:rPr lang="en-US" altLang="ko-KR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ko-KR" altLang="en-US" b="1" u="sng" dirty="0" err="1" smtClean="0">
                <a:latin typeface="굴림체" panose="020B0609000101010101" pitchFamily="49" charset="-127"/>
                <a:ea typeface="굴림체" panose="020B0609000101010101" pitchFamily="49" charset="-127"/>
              </a:rPr>
              <a:t>여준기</a:t>
            </a:r>
            <a:r>
              <a:rPr lang="en-US" altLang="ko-KR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, </a:t>
            </a:r>
            <a:r>
              <a:rPr lang="ko-KR" altLang="en-US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김현규</a:t>
            </a:r>
            <a:r>
              <a:rPr lang="en-US" altLang="ko-KR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, </a:t>
            </a:r>
            <a:r>
              <a:rPr lang="ko-KR" altLang="en-US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박지연</a:t>
            </a:r>
            <a:r>
              <a:rPr lang="en-US" altLang="ko-KR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, </a:t>
            </a:r>
            <a:r>
              <a:rPr lang="ko-KR" altLang="en-US" dirty="0" smtClean="0">
                <a:latin typeface="굴림체" panose="020B0609000101010101" pitchFamily="49" charset="-127"/>
                <a:ea typeface="굴림체" panose="020B0609000101010101" pitchFamily="49" charset="-127"/>
              </a:rPr>
              <a:t>이동렬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080" y="3799618"/>
            <a:ext cx="3810532" cy="252447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763" y="3799618"/>
            <a:ext cx="4228477" cy="106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578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130629"/>
            <a:ext cx="10515600" cy="849085"/>
          </a:xfrm>
        </p:spPr>
        <p:txBody>
          <a:bodyPr>
            <a:normAutofit/>
          </a:bodyPr>
          <a:lstStyle/>
          <a:p>
            <a:pPr algn="ctr"/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목차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838200" y="1110343"/>
            <a:ext cx="10515600" cy="50012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dirty="0" smtClean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1. </a:t>
            </a:r>
            <a:r>
              <a:rPr lang="ko-KR" altLang="en-US" dirty="0" smtClean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팀 소개</a:t>
            </a:r>
            <a:endParaRPr lang="en-US" altLang="ko-KR" dirty="0" smtClean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514350" indent="-514350">
              <a:buAutoNum type="arabicPeriod"/>
            </a:pPr>
            <a:endParaRPr lang="en-US" altLang="ko-KR" dirty="0" smtClean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0" indent="0">
              <a:buNone/>
            </a:pPr>
            <a:r>
              <a:rPr lang="en-US" altLang="ko-KR" dirty="0" smtClean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2. </a:t>
            </a:r>
            <a:r>
              <a:rPr lang="ko-KR" altLang="en-US" dirty="0" smtClean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개요</a:t>
            </a:r>
            <a:endParaRPr lang="en-US" altLang="ko-KR" dirty="0" smtClean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0" indent="0">
              <a:buNone/>
            </a:pPr>
            <a:endParaRPr lang="en-US" altLang="ko-KR" dirty="0" smtClean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0" indent="0">
              <a:buNone/>
            </a:pPr>
            <a:r>
              <a:rPr lang="en-US" altLang="ko-KR" dirty="0" smtClean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3.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페이지별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공통 레이아웃 및 </a:t>
            </a:r>
            <a:r>
              <a:rPr lang="ko-KR" altLang="en-US" dirty="0" smtClean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규격</a:t>
            </a:r>
            <a:endParaRPr lang="en-US" altLang="ko-KR" dirty="0" smtClean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0" indent="0">
              <a:buNone/>
            </a:pPr>
            <a:endParaRPr lang="en-US" altLang="ko-KR" dirty="0" smtClean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0" indent="0">
              <a:buNone/>
            </a:pPr>
            <a:r>
              <a:rPr lang="en-US" altLang="ko-KR" dirty="0" smtClean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4. </a:t>
            </a:r>
            <a:r>
              <a:rPr lang="ko-KR" altLang="en-US" dirty="0" err="1" smtClean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페이지별</a:t>
            </a:r>
            <a:r>
              <a:rPr lang="ko-KR" altLang="en-US" dirty="0" smtClean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상세 소개 </a:t>
            </a:r>
            <a:endParaRPr lang="en-US" altLang="ko-KR" dirty="0" smtClean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0" indent="0">
              <a:buNone/>
            </a:pPr>
            <a:endParaRPr lang="en-US" altLang="ko-KR" dirty="0" smtClean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0" indent="0">
              <a:buNone/>
            </a:pPr>
            <a:r>
              <a:rPr lang="en-US" altLang="ko-KR" dirty="0" smtClean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5.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핵심 기술 및 트러블 </a:t>
            </a:r>
            <a:r>
              <a:rPr lang="ko-KR" altLang="en-US" dirty="0" smtClean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슈팅</a:t>
            </a:r>
            <a:endParaRPr lang="en-US" altLang="ko-KR" dirty="0" smtClean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0" indent="0">
              <a:buNone/>
            </a:pPr>
            <a:endParaRPr lang="en-US" altLang="ko-KR" dirty="0" smtClean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0" indent="0">
              <a:buNone/>
            </a:pPr>
            <a:r>
              <a:rPr lang="en-US" altLang="ko-KR" dirty="0" smtClean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6. Q&amp;A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3732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769188" y="3091073"/>
            <a:ext cx="10515600" cy="920210"/>
          </a:xfrm>
        </p:spPr>
        <p:txBody>
          <a:bodyPr>
            <a:normAutofit/>
          </a:bodyPr>
          <a:lstStyle/>
          <a:p>
            <a:pPr algn="ctr"/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1. </a:t>
            </a: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팀 소개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65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769188" y="3091073"/>
            <a:ext cx="10515600" cy="920210"/>
          </a:xfrm>
        </p:spPr>
        <p:txBody>
          <a:bodyPr>
            <a:normAutofit/>
          </a:bodyPr>
          <a:lstStyle/>
          <a:p>
            <a:pPr algn="ctr"/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2. </a:t>
            </a: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개요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611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279" y="16055"/>
            <a:ext cx="9581441" cy="6825891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7316402" y="233265"/>
            <a:ext cx="3255182" cy="41987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폭발 2 11"/>
          <p:cNvSpPr/>
          <p:nvPr/>
        </p:nvSpPr>
        <p:spPr>
          <a:xfrm>
            <a:off x="4236098" y="1212978"/>
            <a:ext cx="6792686" cy="4851919"/>
          </a:xfrm>
          <a:prstGeom prst="irregularSeal2">
            <a:avLst/>
          </a:prstGeom>
          <a:solidFill>
            <a:schemeClr val="accent1">
              <a:alpha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dirty="0" smtClean="0">
                <a:solidFill>
                  <a:srgbClr val="FF0000"/>
                </a:solidFill>
              </a:rPr>
              <a:t>세 가지 핵심 정보</a:t>
            </a:r>
            <a:r>
              <a:rPr lang="en-US" altLang="ko-KR" sz="3600" dirty="0" smtClean="0">
                <a:solidFill>
                  <a:srgbClr val="FF0000"/>
                </a:solidFill>
              </a:rPr>
              <a:t>!</a:t>
            </a:r>
            <a:endParaRPr lang="ko-KR" altLang="en-US" sz="3600" dirty="0">
              <a:solidFill>
                <a:srgbClr val="FF0000"/>
              </a:solidFill>
            </a:endParaRPr>
          </a:p>
        </p:txBody>
      </p:sp>
      <p:cxnSp>
        <p:nvCxnSpPr>
          <p:cNvPr id="26" name="직선 화살표 연결선 25"/>
          <p:cNvCxnSpPr/>
          <p:nvPr/>
        </p:nvCxnSpPr>
        <p:spPr>
          <a:xfrm flipH="1">
            <a:off x="7455159" y="653143"/>
            <a:ext cx="186613" cy="24632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439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769188" y="3091073"/>
            <a:ext cx="10515600" cy="92021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3. </a:t>
            </a:r>
            <a:r>
              <a:rPr lang="ko-KR" altLang="en-US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페이지별</a:t>
            </a: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공통 레이아웃 및 규격</a:t>
            </a:r>
            <a:b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520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21" y="63641"/>
            <a:ext cx="11517332" cy="252447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21" y="5076576"/>
            <a:ext cx="11441122" cy="178142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482138" y="199505"/>
            <a:ext cx="748146" cy="69827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556953" y="931025"/>
            <a:ext cx="149629" cy="22084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6453448" y="199505"/>
            <a:ext cx="4951614" cy="69827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 flipH="1">
            <a:off x="706582" y="897775"/>
            <a:ext cx="5746867" cy="22416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56953" y="3034145"/>
            <a:ext cx="6399509" cy="64633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①</a:t>
            </a:r>
            <a:r>
              <a:rPr lang="ko-KR" altLang="en-US" dirty="0" smtClean="0"/>
              <a:t> 상단</a:t>
            </a:r>
            <a:r>
              <a:rPr lang="en-US" altLang="ko-KR" dirty="0" smtClean="0"/>
              <a:t>: </a:t>
            </a:r>
            <a:r>
              <a:rPr lang="ko-KR" altLang="en-US" dirty="0" smtClean="0"/>
              <a:t>로고</a:t>
            </a:r>
            <a:r>
              <a:rPr lang="en-US" altLang="ko-KR" dirty="0" smtClean="0"/>
              <a:t>(</a:t>
            </a:r>
            <a:r>
              <a:rPr lang="ko-KR" altLang="en-US" dirty="0" smtClean="0"/>
              <a:t>좌측</a:t>
            </a:r>
            <a:r>
              <a:rPr lang="en-US" altLang="ko-KR" dirty="0" smtClean="0"/>
              <a:t>)</a:t>
            </a:r>
            <a:r>
              <a:rPr lang="ko-KR" altLang="en-US" dirty="0" smtClean="0"/>
              <a:t>과 링크 연결된 메뉴 페이지</a:t>
            </a:r>
            <a:r>
              <a:rPr lang="en-US" altLang="ko-KR" dirty="0" smtClean="0"/>
              <a:t>(</a:t>
            </a:r>
            <a:r>
              <a:rPr lang="ko-KR" altLang="en-US" dirty="0" smtClean="0"/>
              <a:t>우측</a:t>
            </a:r>
            <a:r>
              <a:rPr lang="en-US" altLang="ko-KR" dirty="0" smtClean="0"/>
              <a:t>)</a:t>
            </a:r>
            <a:r>
              <a:rPr lang="ko-KR" altLang="en-US" dirty="0" smtClean="0"/>
              <a:t>로 구성</a:t>
            </a:r>
            <a:endParaRPr lang="en-US" altLang="ko-KR" dirty="0" smtClean="0"/>
          </a:p>
          <a:p>
            <a:r>
              <a:rPr lang="ko-KR" altLang="en-US" dirty="0" smtClean="0">
                <a:solidFill>
                  <a:srgbClr val="FF0000"/>
                </a:solidFill>
              </a:rPr>
              <a:t>② </a:t>
            </a:r>
            <a:r>
              <a:rPr lang="ko-KR" altLang="en-US" dirty="0" smtClean="0"/>
              <a:t>하단</a:t>
            </a:r>
            <a:r>
              <a:rPr lang="en-US" altLang="ko-KR" dirty="0" smtClean="0"/>
              <a:t>: </a:t>
            </a:r>
            <a:r>
              <a:rPr lang="ko-KR" altLang="en-US" dirty="0" smtClean="0"/>
              <a:t>주소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연락처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저작권 안내 표시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3293225" y="5542800"/>
            <a:ext cx="5426825" cy="69827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꺾인 연결선 22"/>
          <p:cNvCxnSpPr/>
          <p:nvPr/>
        </p:nvCxnSpPr>
        <p:spPr>
          <a:xfrm rot="10800000">
            <a:off x="706583" y="3624350"/>
            <a:ext cx="2586645" cy="2044931"/>
          </a:xfrm>
          <a:prstGeom prst="bentConnector3">
            <a:avLst>
              <a:gd name="adj1" fmla="val 11941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10798233" y="1033639"/>
            <a:ext cx="1147873" cy="155448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7667108" y="2862850"/>
            <a:ext cx="4278998" cy="646331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③</a:t>
            </a:r>
            <a:r>
              <a:rPr lang="ko-KR" altLang="en-US" dirty="0" smtClean="0"/>
              <a:t> 상</a:t>
            </a:r>
            <a:r>
              <a:rPr lang="en-US" altLang="ko-KR" dirty="0" smtClean="0"/>
              <a:t>/</a:t>
            </a:r>
            <a:r>
              <a:rPr lang="ko-KR" altLang="en-US" dirty="0" smtClean="0"/>
              <a:t>하단 바 규격 통일</a:t>
            </a:r>
            <a:r>
              <a:rPr lang="en-US" altLang="ko-KR" dirty="0" smtClean="0"/>
              <a:t>: </a:t>
            </a:r>
            <a:r>
              <a:rPr lang="ko-KR" altLang="en-US" dirty="0" smtClean="0"/>
              <a:t>최대 너비 </a:t>
            </a:r>
            <a:r>
              <a:rPr lang="en-US" altLang="ko-KR" dirty="0" smtClean="0"/>
              <a:t>1200px, </a:t>
            </a:r>
            <a:r>
              <a:rPr lang="ko-KR" altLang="en-US" dirty="0" err="1" smtClean="0"/>
              <a:t>라운드값</a:t>
            </a:r>
            <a:r>
              <a:rPr lang="ko-KR" altLang="en-US" dirty="0" smtClean="0"/>
              <a:t> </a:t>
            </a:r>
            <a:r>
              <a:rPr lang="en-US" altLang="ko-KR" dirty="0" smtClean="0"/>
              <a:t>7px </a:t>
            </a:r>
            <a:r>
              <a:rPr lang="ko-KR" altLang="en-US" dirty="0" smtClean="0"/>
              <a:t>적용</a:t>
            </a:r>
            <a:endParaRPr lang="en-US" altLang="ko-KR" dirty="0" smtClean="0"/>
          </a:p>
        </p:txBody>
      </p:sp>
      <p:sp>
        <p:nvSpPr>
          <p:cNvPr id="29" name="직사각형 28"/>
          <p:cNvSpPr/>
          <p:nvPr/>
        </p:nvSpPr>
        <p:spPr>
          <a:xfrm>
            <a:off x="10999833" y="4646814"/>
            <a:ext cx="946274" cy="229246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/>
          <p:cNvCxnSpPr/>
          <p:nvPr/>
        </p:nvCxnSpPr>
        <p:spPr>
          <a:xfrm flipH="1">
            <a:off x="7884160" y="2352176"/>
            <a:ext cx="2914073" cy="5106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 flipH="1" flipV="1">
            <a:off x="7884160" y="3509181"/>
            <a:ext cx="3115673" cy="19194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/>
          <p:cNvSpPr/>
          <p:nvPr/>
        </p:nvSpPr>
        <p:spPr>
          <a:xfrm>
            <a:off x="229268" y="563413"/>
            <a:ext cx="227932" cy="2814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3039312" y="5247871"/>
            <a:ext cx="227932" cy="2814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FF0000"/>
                </a:solidFill>
              </a:rPr>
              <a:t>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10535382" y="2553420"/>
            <a:ext cx="227932" cy="2814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6220051" y="587586"/>
            <a:ext cx="227932" cy="2814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10709903" y="4795085"/>
            <a:ext cx="227932" cy="2814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FF0000"/>
                </a:solidFill>
              </a:rPr>
              <a:t>3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46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769188" y="2183362"/>
            <a:ext cx="10515600" cy="2752531"/>
          </a:xfrm>
        </p:spPr>
        <p:txBody>
          <a:bodyPr>
            <a:normAutofit/>
          </a:bodyPr>
          <a:lstStyle/>
          <a:p>
            <a:pPr algn="ctr"/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4. </a:t>
            </a:r>
            <a:r>
              <a:rPr lang="ko-KR" altLang="en-US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페이지별</a:t>
            </a: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상세 소개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2894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769188" y="2183362"/>
            <a:ext cx="10515600" cy="2752531"/>
          </a:xfrm>
          <a:noFill/>
        </p:spPr>
        <p:txBody>
          <a:bodyPr>
            <a:normAutofit/>
          </a:bodyPr>
          <a:lstStyle/>
          <a:p>
            <a:pPr algn="ctr"/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5. </a:t>
            </a: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핵심 기술 및 트러블 슈팅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797559" y="5057192"/>
            <a:ext cx="5336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노트북으로 안 맞는 모습 보여주기</a:t>
            </a:r>
            <a:r>
              <a:rPr lang="en-US" altLang="ko-KR" dirty="0" smtClean="0">
                <a:solidFill>
                  <a:srgbClr val="FF0000"/>
                </a:solidFill>
              </a:rPr>
              <a:t>! (</a:t>
            </a:r>
            <a:r>
              <a:rPr lang="ko-KR" altLang="en-US" dirty="0" smtClean="0">
                <a:solidFill>
                  <a:srgbClr val="FF0000"/>
                </a:solidFill>
              </a:rPr>
              <a:t>나중에 삭제</a:t>
            </a:r>
            <a:r>
              <a:rPr lang="en-US" altLang="ko-KR" dirty="0" smtClean="0">
                <a:solidFill>
                  <a:srgbClr val="FF0000"/>
                </a:solidFill>
              </a:rPr>
              <a:t>!)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002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769188" y="2183362"/>
            <a:ext cx="10515600" cy="2752531"/>
          </a:xfrm>
          <a:noFill/>
        </p:spPr>
        <p:txBody>
          <a:bodyPr>
            <a:normAutofit/>
          </a:bodyPr>
          <a:lstStyle/>
          <a:p>
            <a:pPr algn="ctr"/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6. Q &amp; A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865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148</Words>
  <Application>Microsoft Office PowerPoint</Application>
  <PresentationFormat>와이드스크린</PresentationFormat>
  <Paragraphs>33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HY견고딕</vt:lpstr>
      <vt:lpstr>굴림체</vt:lpstr>
      <vt:lpstr>맑은 고딕</vt:lpstr>
      <vt:lpstr>맑은 고딕 Semilight</vt:lpstr>
      <vt:lpstr>Arial</vt:lpstr>
      <vt:lpstr>Stencil</vt:lpstr>
      <vt:lpstr>Office 테마</vt:lpstr>
      <vt:lpstr>3팀 – 4Byte</vt:lpstr>
      <vt:lpstr>목차</vt:lpstr>
      <vt:lpstr>1. 팀 소개</vt:lpstr>
      <vt:lpstr>2. 개요</vt:lpstr>
      <vt:lpstr>PowerPoint 프레젠테이션</vt:lpstr>
      <vt:lpstr>3. 페이지별 공통 레이아웃 및 규격 </vt:lpstr>
      <vt:lpstr>PowerPoint 프레젠테이션</vt:lpstr>
      <vt:lpstr>4. 페이지별 상세 소개</vt:lpstr>
      <vt:lpstr>5. 핵심 기술 및 트러블 슈팅</vt:lpstr>
      <vt:lpstr>6. 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12</cp:revision>
  <dcterms:created xsi:type="dcterms:W3CDTF">2026-02-05T03:54:18Z</dcterms:created>
  <dcterms:modified xsi:type="dcterms:W3CDTF">2026-02-05T07:42:54Z</dcterms:modified>
</cp:coreProperties>
</file>